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clean with no API keys at all. Two keys — Anthropic and a search provider — turn keyword fallbacks into model-read enrichment and real search recall.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2026-08-25T05:35:00Z</dcterms:created>
  <dcterms:modified xsi:type="dcterms:W3CDTF">2026-08-25T05:35:00Z</dcterms:modified>
</cp:coreProperties>
</file>