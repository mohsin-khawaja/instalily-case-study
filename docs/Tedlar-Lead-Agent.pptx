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C7480"/>
                </a:solidFill>
                <a:latin typeface="Calibri"/>
              </a:rPr>
              <a:t>Points available, out of 100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C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C2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Industry fit</c:v>
                  </c:pt>
                  <c:pt idx="1">
                    <c:v>Application fit</c:v>
                  </c:pt>
                  <c:pt idx="2">
                    <c:v>Company size</c:v>
                  </c:pt>
                  <c:pt idx="3">
                    <c:v>Event engagement</c:v>
                  </c:pt>
                  <c:pt idx="4">
                    <c:v>Pain alignment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study for InstaLILY. The thesis: this problem is mostly deterministic engineering, and treating it that way is what makes the output defensible to a sales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confined to two jobs it genuinely beats code at: reading a messy web page, and writing prose over facts already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load-bearing primitive is ctx.attempt(): expected failures become persisted rows, genuine programming errors still propagate.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cached snapshot is committed and gzipped — 14MB — so a reviewer reproduces the exact demo run with no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scoring component that fires emits an Evidence row carrying the URL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Hallucination is treated as an engineering problem with checks, not as something you prompt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is_configured() gates each provider, so an unconfigured one is skipped rather than crashed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committed cached run, reproducible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point: the failures are visible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57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Tedlar Lead Agent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and outreach for DuPont Tedlar — Graphics &amp; Signage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pipeline with the LLM kept to what it is actually better at.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663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5349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sourced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4663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09360" y="5349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no network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 invites an agent swarm. I built the opposite.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inputs give the same score every run. A sales manager can argue with the number, because the number is a formula.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5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4930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310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Debuggability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lead looks wrong, the breakdown names which of five components produced the points, and the URL behind each. No “the agent decided” step to shrug at.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91032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calls per qualified lead — one to read the site, one to write — instead of one per reasoning hop.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scoring · dedup · retries · persistence · filtering · provider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each isolating its own failures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events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665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anchors verified live, plus search expansion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288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companies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0665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∪ ICP search ∪ verified roster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7889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7157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Dedupe &amp; normalise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0266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Registrable domain, then fuzzy legal name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606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7889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7157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0266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company's own nav; extract structured facts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37490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6758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39867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0–100 score, evidence-bound rationale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566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3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37490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6758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contacts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39867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chain: public web → Clay → Sales Navigator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DF3E2"/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" y="470916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46360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outreach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49469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evidence set, or templated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fails gets a StageError row and status="incomplete". The run continues — partial success is the designed outcome, a crash is a bug.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sourcing channels, because each fails differently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Exhibitor directories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plain HTML. The flagship shows front their lists with a JavaScript app over an API that rejects server-side clients — those record a miss in the error 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EEF3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20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4871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ICP-shaped search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03580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that scales: retargeting is new query templates, not new code. Recall depends entirely on the search provider.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DF3E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4871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ICP roster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03580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public URLs only. Every fact still comes from fetching the site. The one hand-curated input — and the cheapest thing in the repo to delete.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846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is structural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0640" y="482803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response is written to a content-addressed cache with URL, status and timestamp. --mode cached replays that snapshot offline; --mode live refreshes it. Every claim in the UI carries a clickable source URL, and every source URL was really fetched.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you can argue with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737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produces the number.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0" y="20482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receives the finished breakdown and the evidence list, and writes the rationale.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2788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separate from score.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309981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how much of the score is URL-backed, penalised for a missing website or unknown size.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3840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stays unknown.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415137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private companies never publish revenue. That costs confidence rather than earning a guessed band.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≥ 75   ·   B ≥ 60   ·   C ≥ 40   ·   below that, out of ICP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ICP vocabulary, bands and thresholds all live as data in one file — retargeting at a different business unit is a config edit.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it inventing things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92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null-preferring and forbidden from inferring. “A global leader” is explicitly not a size statement.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92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regex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2140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money figure only counts when a revenue word sits within 60 characters. That is what stops “a $2 billion market” becoming company turnover.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735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0273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 URL outside the supplied evidence flags the record. Any sentence making a numeric claim we cannot match to a known figure is removed.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2735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60273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return its hook fact and that fact's URL. If the URL is not one we supplied, the draft is rejected.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7548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output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08406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into a Pydantic model before it can touch the database. Invalid output gets one repair round-trip, then the record degrades.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EF3F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7548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key at all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508406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and search call has a deterministic fallback. The whole pipeline runs end to end without credentials.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enrichment is one interface, five providers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0195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ApolloProvider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(org endpoint)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7335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Firmographics resolve against the live API. People search is gated on the free tier, so no email is ever guessed — the run degrades to search snippets.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8346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2596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PublicWebContactProvider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site's own nav to leadership pages, plus site-restricted LinkedIn search.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376732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872" y="3529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MockContactProvider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3872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fixtures. Always 0% confidence and a mock badge, so placeholder data can never read as sourced.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DF3E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47000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1261872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ClayProvider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4773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Credential-gated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47141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table-webhook → poll/callback flow, written in full. Set CLAY_API_KEY and CLAY_WEBHOOK_URL.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DF3E2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" y="563270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1261872" y="5394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SalesNavigatorProvider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5705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Credential-gated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540410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SNAP salesApiLeadSearch call shape. Scraping would breach LinkedIn's terms — so without a partner token it contributes a pre-filtered deep link a licensed rep can click.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2910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Clay in production is CONTACT_PROVIDERS=clay,public_web plus two secrets. No caller changes.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produces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sourced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from their own sites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associations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no network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metrics, live stage progress, filters by event, tier, score and free text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panel: score breakdown, rationale, clickable evidence, contact card with Sales Navigator link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editor — copy, edit, approve — persisted through the API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error tab listing every handled failure, because a pipeline that hides its failures is worse than one that has none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run: 108 LLM calls, $0.63 total, $0.04 per qualified lead. Runs clean with no API keys at all; each provider has a deterministic fallback, and `app.preflight` verifies every key before a run spends 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PLAINLY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constraints cost, and where this goes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MapYourShow-backed exhibitor directories are JavaScript-gated and their API refuses server-side clients. A headless browser is the fix.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paid search key, recall on category leaders is thin — which is why the roster channel exists.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private companies never publish revenue, so the size component is frequently zero.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path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0" y="24688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async: a global concurrency semaphore plus a per-host lock and delay.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isolation already exists in every stage — moving to a task queue means enqueuing the same coroutines.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ICP is one file. DATABASE_URL is the only thing between SQLite and Postgres.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visible in the error log rather than papered over — which is the behaviour I would want from this system in production, and the reason it was built this way.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Tedlar Lead Agent</dc:title>
  <dc:subject>PptxGenJS Presentation</dc:subject>
  <dc:creator>Mohsin Khawaja</dc:creator>
  <cp:lastModifiedBy>Mohsin Khawaja</cp:lastModifiedBy>
  <cp:revision>1</cp:revision>
  <dcterms:created xsi:type="dcterms:W3CDTF">2026-09-03T22:01:32Z</dcterms:created>
  <dcterms:modified xsi:type="dcterms:W3CDTF">2026-09-03T22:01:32Z</dcterms:modified>
</cp:coreProperties>
</file>